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005840"/>
            <a:ext cx="1737360" cy="1737360"/>
          </a:xfrm>
          <a:prstGeom prst="ellipse">
            <a:avLst/>
          </a:prstGeom>
          <a:solidFill>
            <a:srgbClr val="111111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109728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C9A84C"/>
                </a:solidFill>
              </a:rPr>
              <a:t>☪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MOSQUÉE BILAL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مسجد بلال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site web officiel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mosquee-bilal-v2.vercel.app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DU SITE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la Mosquée Bilal à Clichy-sous-Bois et sa communauté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6072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Collecter des dons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Financer l'achèvement des travaux via la cagnotte cotizup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Ressources islamiques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Coran, hadiths et horaires de prière en temps réel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11480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 partout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responsive, disponible sur mobile, tablette et ordinateur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 DU SITE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5720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🏠 Accueil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Héro, galerie, vidéo, horaires, dons, réseaux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97280"/>
            <a:ext cx="45720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🖼️ Galerie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de la mosquée avec lightbox plein écran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97280"/>
            <a:ext cx="45720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Coran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intégrée via QuranWBW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77440"/>
            <a:ext cx="45720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Hadiths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880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via Sunnah.com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37744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377440"/>
            <a:ext cx="45720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🕐 Horaires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2880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Mawaqit en temps réel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37744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377440"/>
            <a:ext cx="45720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💛 Don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880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Cagnotte cotizup + texte complet + réduction impôts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57600"/>
            <a:ext cx="45720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📍 Localisation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160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intégré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65760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657600"/>
            <a:ext cx="45720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📲 Réseaux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4160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Facebook, TikTok, YouTube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65760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3657600"/>
            <a:ext cx="45720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✉️ Contact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4160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téléphone, adresse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TECHNOLOGIE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65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islamique moderne sombre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noir / or / blanc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Georgia + Calibri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fluides au scroll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FR / AR (bilingue)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&amp; desktop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3840480" cy="365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TECHNOLOGIE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statique HTML / CSS / 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Hébergé sur Vercel (gratuit)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sur GitHub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Mawaqit : horaires en direct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QuranWBW + Sunnah.com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703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intégré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DONS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1A14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Celui qui construit une mosquée pour Allah, Allah lui construit une maison au Paradis. 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Sahih Bukhari &amp; Sahih Muslim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41148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651760"/>
            <a:ext cx="4572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Bouton don visible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 sur toutes les pages en bandeau permanent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651760"/>
            <a:ext cx="41148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651760"/>
            <a:ext cx="4572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Cagnotte cotizup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cotizup.com/achever-mosquee-bilal — ouverture dans un nouvel onglet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41148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749040"/>
            <a:ext cx="4572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Partage social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60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WhatsApp, Facebook, Twitter pour partager la cagnotte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749040"/>
            <a:ext cx="41148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749040"/>
            <a:ext cx="4572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Réduction d'impôt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4160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de réduction fiscale — case 7UF — reçu fiscal disponible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57200"/>
            <a:ext cx="1828800" cy="182880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C9A84C"/>
                </a:solidFill>
              </a:rPr>
              <a:t>☪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CONSULTEZ LE SITE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mosquee-bilal-v2.vercel.app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gratuit • Hébergé sur Vercel • Bilingue FR/AR • Responsive mobile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Mosquée Bilal - Présentation du site</dc:title>
  <dc:subject>PptxGenJS Presentation</dc:subject>
  <dc:creator>PptxGenJS</dc:creator>
  <cp:lastModifiedBy>PptxGenJS</cp:lastModifiedBy>
  <cp:revision>1</cp:revision>
  <dcterms:created xsi:type="dcterms:W3CDTF">2026-03-21T10:49:18Z</dcterms:created>
  <dcterms:modified xsi:type="dcterms:W3CDTF">2026-03-21T10:49:18Z</dcterms:modified>
</cp:coreProperties>
</file>